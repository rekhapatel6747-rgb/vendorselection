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00000"/>
          </a:xfrm>
          <a:prstGeom prst="roundRect">
            <a:avLst/>
          </a:prstGeom>
          <a:solidFill>
            <a:srgbClr val="372B82"/>
          </a:solidFill>
          <a:ln>
            <a:solidFill>
              <a:srgbClr val="37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Vendor Selection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An Intelligent Procurement Decision Support System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"Automating vendor evaluation with AI-powered decision intelligence for faster, transparent and risk-aware procurement."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00000"/>
          </a:xfrm>
          <a:prstGeom prst="roundRect">
            <a:avLst/>
          </a:prstGeom>
          <a:solidFill>
            <a:srgbClr val="372B82"/>
          </a:solidFill>
          <a:ln>
            <a:solidFill>
              <a:srgbClr val="37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Procurement teams compare multiple quotations manually in Excel.</a:t>
            </a:r>
          </a:p>
          <a:p>
            <a:pPr>
              <a:defRPr sz="2200"/>
            </a:pPr>
            <a:r>
              <a:t>• Evaluation depends on individual judgment, causing inconsistency.</a:t>
            </a:r>
          </a:p>
          <a:p>
            <a:pPr>
              <a:defRPr sz="2200"/>
            </a:pPr>
            <a:r>
              <a:t>• Lowest price often wins despite quality/risk concerns.</a:t>
            </a:r>
          </a:p>
          <a:p>
            <a:pPr>
              <a:defRPr sz="2200"/>
            </a:pPr>
            <a:r>
              <a:t>• Manual analysis delays purchasing cycles.</a:t>
            </a:r>
          </a:p>
          <a:p>
            <a:pPr>
              <a:defRPr sz="2200"/>
            </a:pPr>
            <a:r>
              <a:t>• No AI-generated justification for management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00000"/>
          </a:xfrm>
          <a:prstGeom prst="roundRect">
            <a:avLst/>
          </a:prstGeom>
          <a:solidFill>
            <a:srgbClr val="372B82"/>
          </a:solidFill>
          <a:ln>
            <a:solidFill>
              <a:srgbClr val="37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Objective:</a:t>
            </a:r>
          </a:p>
          <a:p>
            <a:pPr>
              <a:defRPr sz="2200"/>
            </a:pPr>
            <a:r>
              <a:t>Build an AI-powered application that automatically evaluates vendor quotations using weighted business criteria.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Workflow:</a:t>
            </a:r>
          </a:p>
          <a:p>
            <a:pPr>
              <a:defRPr sz="2200"/>
            </a:pPr>
            <a:r>
              <a:t>Upload Quotations → AI Data Processing → Weighted Evaluation → Risk Detection → AI Recommendation → PDF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00000"/>
          </a:xfrm>
          <a:prstGeom prst="roundRect">
            <a:avLst/>
          </a:prstGeom>
          <a:solidFill>
            <a:srgbClr val="372B82"/>
          </a:solidFill>
          <a:ln>
            <a:solidFill>
              <a:srgbClr val="37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Excel/CSV quotation upload</a:t>
            </a:r>
          </a:p>
          <a:p>
            <a:pPr>
              <a:defRPr sz="2200"/>
            </a:pPr>
            <a:r>
              <a:t>• Automated vendor comparison</a:t>
            </a:r>
          </a:p>
          <a:p>
            <a:pPr>
              <a:defRPr sz="2200"/>
            </a:pPr>
            <a:r>
              <a:t>• Dynamic weighted scoring</a:t>
            </a:r>
          </a:p>
          <a:p>
            <a:pPr>
              <a:defRPr sz="2200"/>
            </a:pPr>
            <a:r>
              <a:t>• Procurement risk analysis</a:t>
            </a:r>
          </a:p>
          <a:p>
            <a:pPr>
              <a:defRPr sz="2200"/>
            </a:pPr>
            <a:r>
              <a:t>• AI recommendation with explanation</a:t>
            </a:r>
          </a:p>
          <a:p>
            <a:pPr>
              <a:defRPr sz="2200"/>
            </a:pPr>
            <a:r>
              <a:t>• Interactive dashboard &amp; charts</a:t>
            </a:r>
          </a:p>
          <a:p>
            <a:pPr>
              <a:defRPr sz="2200"/>
            </a:pPr>
            <a:r>
              <a:t>• AI Chat Assistant</a:t>
            </a:r>
          </a:p>
          <a:p>
            <a:pPr>
              <a:defRPr sz="2200"/>
            </a:pPr>
            <a:r>
              <a:t>• Downloadable PDF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00000"/>
          </a:xfrm>
          <a:prstGeom prst="roundRect">
            <a:avLst/>
          </a:prstGeom>
          <a:solidFill>
            <a:srgbClr val="372B82"/>
          </a:solidFill>
          <a:ln>
            <a:solidFill>
              <a:srgbClr val="37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Evaluation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Evaluation Parameters:</a:t>
            </a:r>
          </a:p>
          <a:p>
            <a:pPr>
              <a:defRPr sz="2200"/>
            </a:pPr>
            <a:r>
              <a:t>• Price</a:t>
            </a:r>
          </a:p>
          <a:p>
            <a:pPr>
              <a:defRPr sz="2200"/>
            </a:pPr>
            <a:r>
              <a:t>• Quality</a:t>
            </a:r>
          </a:p>
          <a:p>
            <a:pPr>
              <a:defRPr sz="2200"/>
            </a:pPr>
            <a:r>
              <a:t>• Warranty</a:t>
            </a:r>
          </a:p>
          <a:p>
            <a:pPr>
              <a:defRPr sz="2200"/>
            </a:pPr>
            <a:r>
              <a:t>• Delivery Timeline</a:t>
            </a:r>
          </a:p>
          <a:p>
            <a:pPr>
              <a:defRPr sz="2200"/>
            </a:pPr>
            <a:r>
              <a:t>• Vendor Risk</a:t>
            </a:r>
          </a:p>
          <a:p>
            <a:pPr>
              <a:defRPr sz="2200"/>
            </a:pPr>
            <a:r>
              <a:t>• Past Performance</a:t>
            </a:r>
          </a:p>
          <a:p>
            <a:pPr>
              <a:defRPr sz="2200"/>
            </a:pPr>
            <a:r>
              <a:t>• Compliance</a:t>
            </a:r>
          </a:p>
          <a:p>
            <a:pPr>
              <a:defRPr sz="2200"/>
            </a:pPr>
            <a:r>
              <a:t>• Support SLA</a:t>
            </a:r>
          </a:p>
          <a:p>
            <a:pPr>
              <a:defRPr sz="2200"/>
            </a:pPr>
            <a:r>
              <a:t>• OEM Authorization</a:t>
            </a:r>
          </a:p>
          <a:p>
            <a:pPr>
              <a:defRPr sz="2200"/>
            </a:pPr>
            <a:r>
              <a:t>• Payment Terms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AI explains every recommendation and supports what-if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00000"/>
          </a:xfrm>
          <a:prstGeom prst="roundRect">
            <a:avLst/>
          </a:prstGeom>
          <a:solidFill>
            <a:srgbClr val="372B82"/>
          </a:solidFill>
          <a:ln>
            <a:solidFill>
              <a:srgbClr val="37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Technology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Frontend: Streamlit</a:t>
            </a:r>
          </a:p>
          <a:p>
            <a:pPr>
              <a:defRPr sz="2200"/>
            </a:pPr>
            <a:r>
              <a:t>Backend: Python</a:t>
            </a:r>
          </a:p>
          <a:p>
            <a:pPr>
              <a:defRPr sz="2200"/>
            </a:pPr>
            <a:r>
              <a:t>Processing: Pandas</a:t>
            </a:r>
          </a:p>
          <a:p>
            <a:pPr>
              <a:defRPr sz="2200"/>
            </a:pPr>
            <a:r>
              <a:t>Visualization: Plotly &amp; Matplotlib</a:t>
            </a:r>
          </a:p>
          <a:p>
            <a:pPr>
              <a:defRPr sz="2200"/>
            </a:pPr>
            <a:r>
              <a:t>AI Engine: OpenAI / Claude API</a:t>
            </a:r>
          </a:p>
          <a:p>
            <a:pPr>
              <a:defRPr sz="2200"/>
            </a:pPr>
            <a:r>
              <a:t>Reports: ReportLab</a:t>
            </a:r>
          </a:p>
          <a:p>
            <a:pPr>
              <a:defRPr sz="2200"/>
            </a:pPr>
            <a:r>
              <a:t>Input: Excel / 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00000"/>
          </a:xfrm>
          <a:prstGeom prst="roundRect">
            <a:avLst/>
          </a:prstGeom>
          <a:solidFill>
            <a:srgbClr val="372B82"/>
          </a:solidFill>
          <a:ln>
            <a:solidFill>
              <a:srgbClr val="37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✔ 70–80% reduction in evaluation time</a:t>
            </a:r>
          </a:p>
          <a:p>
            <a:pPr>
              <a:defRPr sz="2200"/>
            </a:pPr>
            <a:r>
              <a:t>✔ Transparent procurement decisions</a:t>
            </a:r>
          </a:p>
          <a:p>
            <a:pPr>
              <a:defRPr sz="2200"/>
            </a:pPr>
            <a:r>
              <a:t>✔ Reduced human errors</a:t>
            </a:r>
          </a:p>
          <a:p>
            <a:pPr>
              <a:defRPr sz="2200"/>
            </a:pPr>
            <a:r>
              <a:t>✔ Better cost vs quality optimization</a:t>
            </a:r>
          </a:p>
          <a:p>
            <a:pPr>
              <a:defRPr sz="2200"/>
            </a:pPr>
            <a:r>
              <a:t>✔ Consistent vendor selection</a:t>
            </a:r>
          </a:p>
          <a:p>
            <a:pPr>
              <a:defRPr sz="2200"/>
            </a:pPr>
            <a:r>
              <a:t>✔ Increased management confidence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00000"/>
          </a:xfrm>
          <a:prstGeom prst="roundRect">
            <a:avLst/>
          </a:prstGeom>
          <a:solidFill>
            <a:srgbClr val="372B82"/>
          </a:solidFill>
          <a:ln>
            <a:solidFill>
              <a:srgbClr val="37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Future Enhancements:</a:t>
            </a:r>
          </a:p>
          <a:p>
            <a:pPr>
              <a:defRPr sz="2200"/>
            </a:pPr>
            <a:r>
              <a:t>• OCR quotation extraction</a:t>
            </a:r>
          </a:p>
          <a:p>
            <a:pPr>
              <a:defRPr sz="2200"/>
            </a:pPr>
            <a:r>
              <a:t>• SAP/ERP integration</a:t>
            </a:r>
          </a:p>
          <a:p>
            <a:pPr>
              <a:defRPr sz="2200"/>
            </a:pPr>
            <a:r>
              <a:t>• Email automation</a:t>
            </a:r>
          </a:p>
          <a:p>
            <a:pPr>
              <a:defRPr sz="2200"/>
            </a:pPr>
            <a:r>
              <a:t>• Predictive supplier risk analytics</a:t>
            </a:r>
          </a:p>
          <a:p>
            <a:pPr>
              <a:defRPr sz="2200"/>
            </a:pPr>
            <a:r>
              <a:t>• Multi-user approvals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Outcome:</a:t>
            </a:r>
          </a:p>
          <a:p>
            <a:pPr>
              <a:defRPr sz="2200"/>
            </a:pPr>
            <a:r>
              <a:t>Faster, smarter and AI-driven procurement.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